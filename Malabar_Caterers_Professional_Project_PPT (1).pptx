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Malabar Caterers – Catering Order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catering order handling is time-consuming</a:t>
            </a:r>
          </a:p>
          <a:p>
            <a:r>
              <a:t>• Difficulty tracking customer requests</a:t>
            </a:r>
          </a:p>
          <a:p>
            <a:r>
              <a:t>• Need for centralized order management</a:t>
            </a:r>
          </a:p>
          <a:p>
            <a:r>
              <a:t>• Lack of analytics for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catering orders online</a:t>
            </a:r>
          </a:p>
          <a:p>
            <a:r>
              <a:t>• Store responses automatically in Google Sheets</a:t>
            </a:r>
          </a:p>
          <a:p>
            <a:r>
              <a:t>• Track order status efficiently</a:t>
            </a:r>
          </a:p>
          <a:p>
            <a:r>
              <a:t>• Generate dashboards and 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Google Form Interface</a:t>
            </a:r>
          </a:p>
        </p:txBody>
      </p:sp>
      <p:pic>
        <p:nvPicPr>
          <p:cNvPr id="4" name="Picture 3" descr="imag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3659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Google Form Responses Analytics</a:t>
            </a:r>
          </a:p>
        </p:txBody>
      </p:sp>
      <p:pic>
        <p:nvPicPr>
          <p:cNvPr id="4" name="Picture 3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3675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 Structure</a:t>
            </a:r>
          </a:p>
        </p:txBody>
      </p:sp>
      <p:pic>
        <p:nvPicPr>
          <p:cNvPr id="4" name="Picture 3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3672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Overview</a:t>
            </a:r>
          </a:p>
        </p:txBody>
      </p:sp>
      <p:pic>
        <p:nvPicPr>
          <p:cNvPr id="4" name="Picture 3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3338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Orders Analysis</a:t>
            </a:r>
          </a:p>
          <a:p>
            <a:r>
              <a:t>• Pending, Confirmed and Completed Orders</a:t>
            </a:r>
          </a:p>
          <a:p>
            <a:r>
              <a:t>• Package Popularity Analysis</a:t>
            </a:r>
          </a:p>
          <a:p>
            <a:r>
              <a:t>• Guest Count Distribution</a:t>
            </a:r>
          </a:p>
          <a:p>
            <a:r>
              <a:t>• Event Type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 future order volume</a:t>
            </a:r>
          </a:p>
          <a:p>
            <a:r>
              <a:t>• Predict demand for Premium/Standard packages</a:t>
            </a:r>
          </a:p>
          <a:p>
            <a:r>
              <a:t>• Identify peak booking periods</a:t>
            </a:r>
          </a:p>
          <a:p>
            <a:r>
              <a:t>• Estimate guest counts for future events</a:t>
            </a:r>
          </a:p>
          <a:p>
            <a:r>
              <a:t>• Support inventory and staffing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QR Code for Google Form Access</a:t>
            </a:r>
          </a:p>
        </p:txBody>
      </p:sp>
      <p:pic>
        <p:nvPicPr>
          <p:cNvPr id="4" name="Picture 3" descr="https_forms_gle_dC168ddiWc6DwoKRA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form simplified order collection</a:t>
            </a:r>
          </a:p>
          <a:p>
            <a:r>
              <a:t>• Database automatically stores responses</a:t>
            </a:r>
          </a:p>
          <a:p>
            <a:r>
              <a:t>• Dashboard provides quick business insights</a:t>
            </a:r>
          </a:p>
          <a:p>
            <a:r>
              <a:t>• QR code enables easy customer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implementation of catering order system</a:t>
            </a:r>
          </a:p>
          <a:p>
            <a:r>
              <a:t>• Improved efficiency and data management</a:t>
            </a:r>
          </a:p>
          <a:p>
            <a:r>
              <a:t>• Future integration with payment gateways</a:t>
            </a:r>
          </a:p>
          <a:p>
            <a:r>
              <a:t>• Advanced AI-based demand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